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57" r:id="rId3"/>
    <p:sldId id="258" r:id="rId4"/>
    <p:sldId id="259" r:id="rId5"/>
    <p:sldId id="266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1610"/>
    <a:srgbClr val="803415"/>
    <a:srgbClr val="C03729"/>
    <a:srgbClr val="D483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547684-77FA-BCFE-9AE9-CC206A12FDD5}" v="231" dt="2026-04-30T01:56:10.224"/>
    <p1510:client id="{F6F978E9-4D2D-6399-2BA3-250CC7A26656}" v="70" dt="2026-04-30T04:12:54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gla celik" userId="S::ccelik@my.yearupunited.org::7b188b8e-7d7c-466a-bff8-d38aee0ad76d" providerId="AD" clId="Web-{F5547684-77FA-BCFE-9AE9-CC206A12FDD5}"/>
    <pc:docChg chg="addSld delSld modSld">
      <pc:chgData name="cagla celik" userId="S::ccelik@my.yearupunited.org::7b188b8e-7d7c-466a-bff8-d38aee0ad76d" providerId="AD" clId="Web-{F5547684-77FA-BCFE-9AE9-CC206A12FDD5}" dt="2026-04-30T01:56:10.224" v="211" actId="1076"/>
      <pc:docMkLst>
        <pc:docMk/>
      </pc:docMkLst>
      <pc:sldChg chg="del">
        <pc:chgData name="cagla celik" userId="S::ccelik@my.yearupunited.org::7b188b8e-7d7c-466a-bff8-d38aee0ad76d" providerId="AD" clId="Web-{F5547684-77FA-BCFE-9AE9-CC206A12FDD5}" dt="2026-04-30T00:58:57.563" v="37"/>
        <pc:sldMkLst>
          <pc:docMk/>
          <pc:sldMk cId="0" sldId="256"/>
        </pc:sldMkLst>
      </pc:sldChg>
      <pc:sldChg chg="addSp modSp">
        <pc:chgData name="cagla celik" userId="S::ccelik@my.yearupunited.org::7b188b8e-7d7c-466a-bff8-d38aee0ad76d" providerId="AD" clId="Web-{F5547684-77FA-BCFE-9AE9-CC206A12FDD5}" dt="2026-04-30T01:16:02.083" v="101" actId="20577"/>
        <pc:sldMkLst>
          <pc:docMk/>
          <pc:sldMk cId="0" sldId="257"/>
        </pc:sldMkLst>
        <pc:spChg chg="mod">
          <ac:chgData name="cagla celik" userId="S::ccelik@my.yearupunited.org::7b188b8e-7d7c-466a-bff8-d38aee0ad76d" providerId="AD" clId="Web-{F5547684-77FA-BCFE-9AE9-CC206A12FDD5}" dt="2026-04-30T00:59:05.970" v="38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05:21.481" v="39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06:30.639" v="53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07:34.796" v="58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07:48.577" v="6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07:54.827" v="61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08:59.516" v="68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08:35.984" v="65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09:23.063" v="7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10:43.580" v="79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10:21.345" v="78" actId="20577"/>
          <ac:spMkLst>
            <pc:docMk/>
            <pc:sldMk cId="0" sldId="257"/>
            <ac:spMk id="14" creationId="{00000000-0000-0000-0000-000000000000}"/>
          </ac:spMkLst>
        </pc:spChg>
        <pc:spChg chg="add mod">
          <ac:chgData name="cagla celik" userId="S::ccelik@my.yearupunited.org::7b188b8e-7d7c-466a-bff8-d38aee0ad76d" providerId="AD" clId="Web-{F5547684-77FA-BCFE-9AE9-CC206A12FDD5}" dt="2026-04-30T01:16:02.083" v="101" actId="20577"/>
          <ac:spMkLst>
            <pc:docMk/>
            <pc:sldMk cId="0" sldId="257"/>
            <ac:spMk id="15" creationId="{829F8757-7D99-5A3C-AAB1-8DB06A8DD0A3}"/>
          </ac:spMkLst>
        </pc:spChg>
      </pc:sldChg>
      <pc:sldChg chg="delSp modSp">
        <pc:chgData name="cagla celik" userId="S::ccelik@my.yearupunited.org::7b188b8e-7d7c-466a-bff8-d38aee0ad76d" providerId="AD" clId="Web-{F5547684-77FA-BCFE-9AE9-CC206A12FDD5}" dt="2026-04-30T01:36:50.237" v="126" actId="1076"/>
        <pc:sldMkLst>
          <pc:docMk/>
          <pc:sldMk cId="0" sldId="259"/>
        </pc:sldMkLst>
        <pc:spChg chg="mod">
          <ac:chgData name="cagla celik" userId="S::ccelik@my.yearupunited.org::7b188b8e-7d7c-466a-bff8-d38aee0ad76d" providerId="AD" clId="Web-{F5547684-77FA-BCFE-9AE9-CC206A12FDD5}" dt="2026-04-30T01:36:27.127" v="121" actId="1076"/>
          <ac:spMkLst>
            <pc:docMk/>
            <pc:sldMk cId="0" sldId="259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F5547684-77FA-BCFE-9AE9-CC206A12FDD5}" dt="2026-04-30T01:30:34.673" v="102"/>
          <ac:spMkLst>
            <pc:docMk/>
            <pc:sldMk cId="0" sldId="259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30:52.971" v="106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30:41.642" v="103" actId="20577"/>
          <ac:spMkLst>
            <pc:docMk/>
            <pc:sldMk cId="0" sldId="259"/>
            <ac:spMk id="8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F5547684-77FA-BCFE-9AE9-CC206A12FDD5}" dt="2026-04-30T01:36:50.237" v="126" actId="1076"/>
          <ac:picMkLst>
            <pc:docMk/>
            <pc:sldMk cId="0" sldId="259"/>
            <ac:picMk id="5" creationId="{00000000-0000-0000-0000-000000000000}"/>
          </ac:picMkLst>
        </pc:picChg>
      </pc:sldChg>
      <pc:sldChg chg="delSp modSp">
        <pc:chgData name="cagla celik" userId="S::ccelik@my.yearupunited.org::7b188b8e-7d7c-466a-bff8-d38aee0ad76d" providerId="AD" clId="Web-{F5547684-77FA-BCFE-9AE9-CC206A12FDD5}" dt="2026-04-30T01:41:57.337" v="142" actId="1076"/>
        <pc:sldMkLst>
          <pc:docMk/>
          <pc:sldMk cId="0" sldId="260"/>
        </pc:sldMkLst>
        <pc:spChg chg="mod">
          <ac:chgData name="cagla celik" userId="S::ccelik@my.yearupunited.org::7b188b8e-7d7c-466a-bff8-d38aee0ad76d" providerId="AD" clId="Web-{F5547684-77FA-BCFE-9AE9-CC206A12FDD5}" dt="2026-04-30T01:37:54.926" v="134" actId="1076"/>
          <ac:spMkLst>
            <pc:docMk/>
            <pc:sldMk cId="0" sldId="260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F5547684-77FA-BCFE-9AE9-CC206A12FDD5}" dt="2026-04-30T01:37:37.863" v="128"/>
          <ac:spMkLst>
            <pc:docMk/>
            <pc:sldMk cId="0" sldId="260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37:42.269" v="130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37:35.972" v="127" actId="20577"/>
          <ac:spMkLst>
            <pc:docMk/>
            <pc:sldMk cId="0" sldId="260"/>
            <ac:spMk id="8" creationId="{00000000-0000-0000-0000-000000000000}"/>
          </ac:spMkLst>
        </pc:spChg>
        <pc:picChg chg="mod">
          <ac:chgData name="cagla celik" userId="S::ccelik@my.yearupunited.org::7b188b8e-7d7c-466a-bff8-d38aee0ad76d" providerId="AD" clId="Web-{F5547684-77FA-BCFE-9AE9-CC206A12FDD5}" dt="2026-04-30T01:41:57.337" v="142" actId="1076"/>
          <ac:picMkLst>
            <pc:docMk/>
            <pc:sldMk cId="0" sldId="260"/>
            <ac:picMk id="5" creationId="{00000000-0000-0000-0000-000000000000}"/>
          </ac:picMkLst>
        </pc:picChg>
      </pc:sldChg>
      <pc:sldChg chg="delSp modSp">
        <pc:chgData name="cagla celik" userId="S::ccelik@my.yearupunited.org::7b188b8e-7d7c-466a-bff8-d38aee0ad76d" providerId="AD" clId="Web-{F5547684-77FA-BCFE-9AE9-CC206A12FDD5}" dt="2026-04-30T01:48:43.979" v="156" actId="1076"/>
        <pc:sldMkLst>
          <pc:docMk/>
          <pc:sldMk cId="0" sldId="261"/>
        </pc:sldMkLst>
        <pc:spChg chg="mod">
          <ac:chgData name="cagla celik" userId="S::ccelik@my.yearupunited.org::7b188b8e-7d7c-466a-bff8-d38aee0ad76d" providerId="AD" clId="Web-{F5547684-77FA-BCFE-9AE9-CC206A12FDD5}" dt="2026-04-30T01:44:23.027" v="144" actId="1076"/>
          <ac:spMkLst>
            <pc:docMk/>
            <pc:sldMk cId="0" sldId="261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F5547684-77FA-BCFE-9AE9-CC206A12FDD5}" dt="2026-04-30T01:46:10.045" v="146"/>
          <ac:spMkLst>
            <pc:docMk/>
            <pc:sldMk cId="0" sldId="261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46:13.640" v="147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46:06.967" v="145" actId="20577"/>
          <ac:spMkLst>
            <pc:docMk/>
            <pc:sldMk cId="0" sldId="261"/>
            <ac:spMk id="8" creationId="{00000000-0000-0000-0000-000000000000}"/>
          </ac:spMkLst>
        </pc:spChg>
        <pc:picChg chg="mod">
          <ac:chgData name="cagla celik" userId="S::ccelik@my.yearupunited.org::7b188b8e-7d7c-466a-bff8-d38aee0ad76d" providerId="AD" clId="Web-{F5547684-77FA-BCFE-9AE9-CC206A12FDD5}" dt="2026-04-30T01:48:43.979" v="156" actId="1076"/>
          <ac:picMkLst>
            <pc:docMk/>
            <pc:sldMk cId="0" sldId="261"/>
            <ac:picMk id="5" creationId="{00000000-0000-0000-0000-000000000000}"/>
          </ac:picMkLst>
        </pc:picChg>
      </pc:sldChg>
      <pc:sldChg chg="addSp delSp modSp">
        <pc:chgData name="cagla celik" userId="S::ccelik@my.yearupunited.org::7b188b8e-7d7c-466a-bff8-d38aee0ad76d" providerId="AD" clId="Web-{F5547684-77FA-BCFE-9AE9-CC206A12FDD5}" dt="2026-04-30T01:56:10.224" v="211" actId="1076"/>
        <pc:sldMkLst>
          <pc:docMk/>
          <pc:sldMk cId="0" sldId="262"/>
        </pc:sldMkLst>
        <pc:spChg chg="mod">
          <ac:chgData name="cagla celik" userId="S::ccelik@my.yearupunited.org::7b188b8e-7d7c-466a-bff8-d38aee0ad76d" providerId="AD" clId="Web-{F5547684-77FA-BCFE-9AE9-CC206A12FDD5}" dt="2026-04-30T01:49:55.311" v="166" actId="1076"/>
          <ac:spMkLst>
            <pc:docMk/>
            <pc:sldMk cId="0" sldId="262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F5547684-77FA-BCFE-9AE9-CC206A12FDD5}" dt="2026-04-30T01:49:23.919" v="159"/>
          <ac:spMkLst>
            <pc:docMk/>
            <pc:sldMk cId="0" sldId="262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49:22.106" v="158" actId="20577"/>
          <ac:spMkLst>
            <pc:docMk/>
            <pc:sldMk cId="0" sldId="262"/>
            <ac:spMk id="7" creationId="{00000000-0000-0000-0000-000000000000}"/>
          </ac:spMkLst>
        </pc:spChg>
        <pc:spChg chg="del">
          <ac:chgData name="cagla celik" userId="S::ccelik@my.yearupunited.org::7b188b8e-7d7c-466a-bff8-d38aee0ad76d" providerId="AD" clId="Web-{F5547684-77FA-BCFE-9AE9-CC206A12FDD5}" dt="2026-04-30T01:49:19.637" v="157"/>
          <ac:spMkLst>
            <pc:docMk/>
            <pc:sldMk cId="0" sldId="262"/>
            <ac:spMk id="8" creationId="{00000000-0000-0000-0000-000000000000}"/>
          </ac:spMkLst>
        </pc:spChg>
        <pc:spChg chg="del">
          <ac:chgData name="cagla celik" userId="S::ccelik@my.yearupunited.org::7b188b8e-7d7c-466a-bff8-d38aee0ad76d" providerId="AD" clId="Web-{F5547684-77FA-BCFE-9AE9-CC206A12FDD5}" dt="2026-04-30T01:49:32.154" v="162"/>
          <ac:spMkLst>
            <pc:docMk/>
            <pc:sldMk cId="0" sldId="262"/>
            <ac:spMk id="9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1:49:28.685" v="161" actId="20577"/>
          <ac:spMkLst>
            <pc:docMk/>
            <pc:sldMk cId="0" sldId="262"/>
            <ac:spMk id="10" creationId="{00000000-0000-0000-0000-000000000000}"/>
          </ac:spMkLst>
        </pc:spChg>
        <pc:picChg chg="del mod modCrop">
          <ac:chgData name="cagla celik" userId="S::ccelik@my.yearupunited.org::7b188b8e-7d7c-466a-bff8-d38aee0ad76d" providerId="AD" clId="Web-{F5547684-77FA-BCFE-9AE9-CC206A12FDD5}" dt="2026-04-30T01:55:06.509" v="204"/>
          <ac:picMkLst>
            <pc:docMk/>
            <pc:sldMk cId="0" sldId="262"/>
            <ac:picMk id="5" creationId="{00000000-0000-0000-0000-000000000000}"/>
          </ac:picMkLst>
        </pc:picChg>
        <pc:picChg chg="add mod modCrop">
          <ac:chgData name="cagla celik" userId="S::ccelik@my.yearupunited.org::7b188b8e-7d7c-466a-bff8-d38aee0ad76d" providerId="AD" clId="Web-{F5547684-77FA-BCFE-9AE9-CC206A12FDD5}" dt="2026-04-30T01:56:10.224" v="211" actId="1076"/>
          <ac:picMkLst>
            <pc:docMk/>
            <pc:sldMk cId="0" sldId="262"/>
            <ac:picMk id="11" creationId="{E2E72755-2A61-6563-A068-9A3490A646C0}"/>
          </ac:picMkLst>
        </pc:picChg>
      </pc:sldChg>
      <pc:sldChg chg="new del">
        <pc:chgData name="cagla celik" userId="S::ccelik@my.yearupunited.org::7b188b8e-7d7c-466a-bff8-d38aee0ad76d" providerId="AD" clId="Web-{F5547684-77FA-BCFE-9AE9-CC206A12FDD5}" dt="2026-04-30T00:54:25.982" v="2"/>
        <pc:sldMkLst>
          <pc:docMk/>
          <pc:sldMk cId="87143463" sldId="264"/>
        </pc:sldMkLst>
      </pc:sldChg>
      <pc:sldChg chg="addSp delSp modSp add">
        <pc:chgData name="cagla celik" userId="S::ccelik@my.yearupunited.org::7b188b8e-7d7c-466a-bff8-d38aee0ad76d" providerId="AD" clId="Web-{F5547684-77FA-BCFE-9AE9-CC206A12FDD5}" dt="2026-04-30T00:58:44.125" v="36" actId="14100"/>
        <pc:sldMkLst>
          <pc:docMk/>
          <pc:sldMk cId="1104918865" sldId="265"/>
        </pc:sldMkLst>
        <pc:spChg chg="mod">
          <ac:chgData name="cagla celik" userId="S::ccelik@my.yearupunited.org::7b188b8e-7d7c-466a-bff8-d38aee0ad76d" providerId="AD" clId="Web-{F5547684-77FA-BCFE-9AE9-CC206A12FDD5}" dt="2026-04-30T00:57:42.700" v="31" actId="20577"/>
          <ac:spMkLst>
            <pc:docMk/>
            <pc:sldMk cId="1104918865" sldId="265"/>
            <ac:spMk id="4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0:56:47.493" v="22" actId="20577"/>
          <ac:spMkLst>
            <pc:docMk/>
            <pc:sldMk cId="1104918865" sldId="265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5547684-77FA-BCFE-9AE9-CC206A12FDD5}" dt="2026-04-30T00:56:04.646" v="10" actId="20577"/>
          <ac:spMkLst>
            <pc:docMk/>
            <pc:sldMk cId="1104918865" sldId="265"/>
            <ac:spMk id="8" creationId="{00000000-0000-0000-0000-000000000000}"/>
          </ac:spMkLst>
        </pc:spChg>
        <pc:spChg chg="add mod">
          <ac:chgData name="cagla celik" userId="S::ccelik@my.yearupunited.org::7b188b8e-7d7c-466a-bff8-d38aee0ad76d" providerId="AD" clId="Web-{F5547684-77FA-BCFE-9AE9-CC206A12FDD5}" dt="2026-04-30T00:56:53.103" v="23" actId="1076"/>
          <ac:spMkLst>
            <pc:docMk/>
            <pc:sldMk cId="1104918865" sldId="265"/>
            <ac:spMk id="9" creationId="{F2C83A0E-81E0-BAA1-E9D2-6501B7526D94}"/>
          </ac:spMkLst>
        </pc:spChg>
        <pc:spChg chg="add del mod">
          <ac:chgData name="cagla celik" userId="S::ccelik@my.yearupunited.org::7b188b8e-7d7c-466a-bff8-d38aee0ad76d" providerId="AD" clId="Web-{F5547684-77FA-BCFE-9AE9-CC206A12FDD5}" dt="2026-04-30T00:56:34.586" v="18"/>
          <ac:spMkLst>
            <pc:docMk/>
            <pc:sldMk cId="1104918865" sldId="265"/>
            <ac:spMk id="10" creationId="{9A355A6E-B2D0-D659-8A3E-63FE0B782A44}"/>
          </ac:spMkLst>
        </pc:spChg>
        <pc:spChg chg="add mod">
          <ac:chgData name="cagla celik" userId="S::ccelik@my.yearupunited.org::7b188b8e-7d7c-466a-bff8-d38aee0ad76d" providerId="AD" clId="Web-{F5547684-77FA-BCFE-9AE9-CC206A12FDD5}" dt="2026-04-30T00:57:22.605" v="28" actId="1076"/>
          <ac:spMkLst>
            <pc:docMk/>
            <pc:sldMk cId="1104918865" sldId="265"/>
            <ac:spMk id="11" creationId="{6FDA4810-5235-9FF3-F773-276EF274B9F2}"/>
          </ac:spMkLst>
        </pc:spChg>
        <pc:spChg chg="add mod">
          <ac:chgData name="cagla celik" userId="S::ccelik@my.yearupunited.org::7b188b8e-7d7c-466a-bff8-d38aee0ad76d" providerId="AD" clId="Web-{F5547684-77FA-BCFE-9AE9-CC206A12FDD5}" dt="2026-04-30T00:58:44.125" v="36" actId="14100"/>
          <ac:spMkLst>
            <pc:docMk/>
            <pc:sldMk cId="1104918865" sldId="265"/>
            <ac:spMk id="13" creationId="{8C81CBE6-C389-E612-6D3A-A7F7CC56DA80}"/>
          </ac:spMkLst>
        </pc:spChg>
      </pc:sldChg>
    </pc:docChg>
  </pc:docChgLst>
  <pc:docChgLst>
    <pc:chgData name="cagla celik" userId="S::ccelik@my.yearupunited.org::7b188b8e-7d7c-466a-bff8-d38aee0ad76d" providerId="AD" clId="Web-{F6F978E9-4D2D-6399-2BA3-250CC7A26656}"/>
    <pc:docChg chg="addSld delSld modSld">
      <pc:chgData name="cagla celik" userId="S::ccelik@my.yearupunited.org::7b188b8e-7d7c-466a-bff8-d38aee0ad76d" providerId="AD" clId="Web-{F6F978E9-4D2D-6399-2BA3-250CC7A26656}" dt="2026-04-30T04:12:54.330" v="65" actId="20577"/>
      <pc:docMkLst>
        <pc:docMk/>
      </pc:docMkLst>
      <pc:sldChg chg="modSp">
        <pc:chgData name="cagla celik" userId="S::ccelik@my.yearupunited.org::7b188b8e-7d7c-466a-bff8-d38aee0ad76d" providerId="AD" clId="Web-{F6F978E9-4D2D-6399-2BA3-250CC7A26656}" dt="2026-04-30T04:08:02.712" v="60" actId="20577"/>
        <pc:sldMkLst>
          <pc:docMk/>
          <pc:sldMk cId="0" sldId="259"/>
        </pc:sldMkLst>
        <pc:spChg chg="mod">
          <ac:chgData name="cagla celik" userId="S::ccelik@my.yearupunited.org::7b188b8e-7d7c-466a-bff8-d38aee0ad76d" providerId="AD" clId="Web-{F6F978E9-4D2D-6399-2BA3-250CC7A26656}" dt="2026-04-30T04:08:02.712" v="60" actId="20577"/>
          <ac:spMkLst>
            <pc:docMk/>
            <pc:sldMk cId="0" sldId="259"/>
            <ac:spMk id="3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F6F978E9-4D2D-6399-2BA3-250CC7A26656}" dt="2026-04-30T03:59:29.964" v="16" actId="1076"/>
          <ac:picMkLst>
            <pc:docMk/>
            <pc:sldMk cId="0" sldId="259"/>
            <ac:picMk id="5" creationId="{00000000-0000-0000-0000-000000000000}"/>
          </ac:picMkLst>
        </pc:picChg>
      </pc:sldChg>
      <pc:sldChg chg="del">
        <pc:chgData name="cagla celik" userId="S::ccelik@my.yearupunited.org::7b188b8e-7d7c-466a-bff8-d38aee0ad76d" providerId="AD" clId="Web-{F6F978E9-4D2D-6399-2BA3-250CC7A26656}" dt="2026-04-30T03:58:50.041" v="9"/>
        <pc:sldMkLst>
          <pc:docMk/>
          <pc:sldMk cId="0" sldId="260"/>
        </pc:sldMkLst>
      </pc:sldChg>
      <pc:sldChg chg="modSp">
        <pc:chgData name="cagla celik" userId="S::ccelik@my.yearupunited.org::7b188b8e-7d7c-466a-bff8-d38aee0ad76d" providerId="AD" clId="Web-{F6F978E9-4D2D-6399-2BA3-250CC7A26656}" dt="2026-04-30T04:06:25.190" v="59" actId="20577"/>
        <pc:sldMkLst>
          <pc:docMk/>
          <pc:sldMk cId="0" sldId="261"/>
        </pc:sldMkLst>
        <pc:spChg chg="mod">
          <ac:chgData name="cagla celik" userId="S::ccelik@my.yearupunited.org::7b188b8e-7d7c-466a-bff8-d38aee0ad76d" providerId="AD" clId="Web-{F6F978E9-4D2D-6399-2BA3-250CC7A26656}" dt="2026-04-30T04:06:25.190" v="59" actId="20577"/>
          <ac:spMkLst>
            <pc:docMk/>
            <pc:sldMk cId="0" sldId="261"/>
            <ac:spMk id="3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F6F978E9-4D2D-6399-2BA3-250CC7A26656}" dt="2026-04-30T03:59:09.932" v="13" actId="1076"/>
          <ac:picMkLst>
            <pc:docMk/>
            <pc:sldMk cId="0" sldId="261"/>
            <ac:picMk id="5" creationId="{00000000-0000-0000-0000-000000000000}"/>
          </ac:picMkLst>
        </pc:picChg>
      </pc:sldChg>
      <pc:sldChg chg="addSp modSp">
        <pc:chgData name="cagla celik" userId="S::ccelik@my.yearupunited.org::7b188b8e-7d7c-466a-bff8-d38aee0ad76d" providerId="AD" clId="Web-{F6F978E9-4D2D-6399-2BA3-250CC7A26656}" dt="2026-04-30T04:03:26.204" v="52"/>
        <pc:sldMkLst>
          <pc:docMk/>
          <pc:sldMk cId="0" sldId="262"/>
        </pc:sldMkLst>
        <pc:spChg chg="add mod">
          <ac:chgData name="cagla celik" userId="S::ccelik@my.yearupunited.org::7b188b8e-7d7c-466a-bff8-d38aee0ad76d" providerId="AD" clId="Web-{F6F978E9-4D2D-6399-2BA3-250CC7A26656}" dt="2026-04-30T04:02:45.921" v="47" actId="14100"/>
          <ac:spMkLst>
            <pc:docMk/>
            <pc:sldMk cId="0" sldId="262"/>
            <ac:spMk id="6" creationId="{AFE3ABED-7732-5F03-6BCF-20AE914500CA}"/>
          </ac:spMkLst>
        </pc:spChg>
        <pc:spChg chg="add mod">
          <ac:chgData name="cagla celik" userId="S::ccelik@my.yearupunited.org::7b188b8e-7d7c-466a-bff8-d38aee0ad76d" providerId="AD" clId="Web-{F6F978E9-4D2D-6399-2BA3-250CC7A26656}" dt="2026-04-30T04:03:26.204" v="52"/>
          <ac:spMkLst>
            <pc:docMk/>
            <pc:sldMk cId="0" sldId="262"/>
            <ac:spMk id="8" creationId="{0303B9D6-D1A4-F636-F8CA-9620820C1180}"/>
          </ac:spMkLst>
        </pc:spChg>
        <pc:spChg chg="add mod">
          <ac:chgData name="cagla celik" userId="S::ccelik@my.yearupunited.org::7b188b8e-7d7c-466a-bff8-d38aee0ad76d" providerId="AD" clId="Web-{F6F978E9-4D2D-6399-2BA3-250CC7A26656}" dt="2026-04-30T04:03:16.765" v="51"/>
          <ac:spMkLst>
            <pc:docMk/>
            <pc:sldMk cId="0" sldId="262"/>
            <ac:spMk id="9" creationId="{44FB02B8-C483-6FBC-F0F5-2D42DD0C7039}"/>
          </ac:spMkLst>
        </pc:spChg>
        <pc:picChg chg="add mod">
          <ac:chgData name="cagla celik" userId="S::ccelik@my.yearupunited.org::7b188b8e-7d7c-466a-bff8-d38aee0ad76d" providerId="AD" clId="Web-{F6F978E9-4D2D-6399-2BA3-250CC7A26656}" dt="2026-04-30T02:04:19.894" v="6" actId="1076"/>
          <ac:picMkLst>
            <pc:docMk/>
            <pc:sldMk cId="0" sldId="262"/>
            <ac:picMk id="5" creationId="{5EF3D7E5-2C58-ED42-B50F-574391429F5D}"/>
          </ac:picMkLst>
        </pc:picChg>
        <pc:picChg chg="mod">
          <ac:chgData name="cagla celik" userId="S::ccelik@my.yearupunited.org::7b188b8e-7d7c-466a-bff8-d38aee0ad76d" providerId="AD" clId="Web-{F6F978E9-4D2D-6399-2BA3-250CC7A26656}" dt="2026-04-30T04:01:25.482" v="38"/>
          <ac:picMkLst>
            <pc:docMk/>
            <pc:sldMk cId="0" sldId="262"/>
            <ac:picMk id="11" creationId="{E2E72755-2A61-6563-A068-9A3490A646C0}"/>
          </ac:picMkLst>
        </pc:picChg>
      </pc:sldChg>
      <pc:sldChg chg="modSp">
        <pc:chgData name="cagla celik" userId="S::ccelik@my.yearupunited.org::7b188b8e-7d7c-466a-bff8-d38aee0ad76d" providerId="AD" clId="Web-{F6F978E9-4D2D-6399-2BA3-250CC7A26656}" dt="2026-04-30T04:12:54.330" v="65" actId="20577"/>
        <pc:sldMkLst>
          <pc:docMk/>
          <pc:sldMk cId="0" sldId="263"/>
        </pc:sldMkLst>
        <pc:spChg chg="mod">
          <ac:chgData name="cagla celik" userId="S::ccelik@my.yearupunited.org::7b188b8e-7d7c-466a-bff8-d38aee0ad76d" providerId="AD" clId="Web-{F6F978E9-4D2D-6399-2BA3-250CC7A26656}" dt="2026-04-30T04:12:45.123" v="64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cagla celik" userId="S::ccelik@my.yearupunited.org::7b188b8e-7d7c-466a-bff8-d38aee0ad76d" providerId="AD" clId="Web-{F6F978E9-4D2D-6399-2BA3-250CC7A26656}" dt="2026-04-30T04:12:54.330" v="65" actId="20577"/>
          <ac:spMkLst>
            <pc:docMk/>
            <pc:sldMk cId="0" sldId="263"/>
            <ac:spMk id="12" creationId="{00000000-0000-0000-0000-000000000000}"/>
          </ac:spMkLst>
        </pc:spChg>
      </pc:sldChg>
      <pc:sldChg chg="modSp add">
        <pc:chgData name="cagla celik" userId="S::ccelik@my.yearupunited.org::7b188b8e-7d7c-466a-bff8-d38aee0ad76d" providerId="AD" clId="Web-{F6F978E9-4D2D-6399-2BA3-250CC7A26656}" dt="2026-04-30T04:08:04.962" v="61" actId="20577"/>
        <pc:sldMkLst>
          <pc:docMk/>
          <pc:sldMk cId="1325269250" sldId="266"/>
        </pc:sldMkLst>
        <pc:spChg chg="mod">
          <ac:chgData name="cagla celik" userId="S::ccelik@my.yearupunited.org::7b188b8e-7d7c-466a-bff8-d38aee0ad76d" providerId="AD" clId="Web-{F6F978E9-4D2D-6399-2BA3-250CC7A26656}" dt="2026-04-30T04:08:04.962" v="61" actId="20577"/>
          <ac:spMkLst>
            <pc:docMk/>
            <pc:sldMk cId="1325269250" sldId="26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3A06F-E81C-42B2-A080-D60DC9A7E451}" type="datetimeFigureOut"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A168C-E6CD-46A4-82C8-F144EA76FD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29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1: Title
"Good [morning/afternoon], my name is [Name], and today I'll be walking you through a sales territory analysis for Jim Beam products using the Iowa Liquor Sales database."
Pause. Make eye contact. Smile. You have 5 minutes — own this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3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926080" cy="384048"/>
          </a:xfrm>
          <a:prstGeom prst="roundRect">
            <a:avLst>
              <a:gd name="adj" fmla="val 23810"/>
            </a:avLst>
          </a:prstGeom>
          <a:solidFill>
            <a:srgbClr val="D483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1A0A00"/>
                </a:solidFill>
                <a:latin typeface="Calibri"/>
                <a:ea typeface="Calibri"/>
                <a:cs typeface="Calibri"/>
              </a:rPr>
              <a:t>IOWA LIQUOR MARKET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 Sales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Territory 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AAAAAA"/>
                </a:solidFill>
                <a:ea typeface="Calibri"/>
                <a:cs typeface="Calibri"/>
              </a:rPr>
              <a:t>Iowa Liquor Sales Database Analysis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4A1C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F5E6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83A0E-81E0-BAA1-E9D2-6501B7526D94}"/>
              </a:ext>
            </a:extLst>
          </p:cNvPr>
          <p:cNvSpPr txBox="1"/>
          <p:nvPr/>
        </p:nvSpPr>
        <p:spPr>
          <a:xfrm>
            <a:off x="457212" y="3611962"/>
            <a:ext cx="326974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888888"/>
                </a:solidFill>
                <a:ea typeface="Calibri"/>
                <a:cs typeface="Calibri"/>
              </a:rPr>
              <a:t>Data Analyst – Jim Beam Brands Engagement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A4810-5235-9FF3-F773-276EF274B9F2}"/>
              </a:ext>
            </a:extLst>
          </p:cNvPr>
          <p:cNvSpPr txBox="1"/>
          <p:nvPr/>
        </p:nvSpPr>
        <p:spPr>
          <a:xfrm>
            <a:off x="274250" y="4846442"/>
            <a:ext cx="2107406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rgbClr val="AAAAAA"/>
                </a:solidFill>
                <a:ea typeface="Calibri"/>
                <a:cs typeface="Calibri"/>
              </a:rPr>
              <a:t>Presented by Cagla Celik </a:t>
            </a:r>
            <a:endParaRPr lang="en-US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8C81CBE6-C389-E612-6D3A-A7F7CC56DA80}"/>
              </a:ext>
            </a:extLst>
          </p:cNvPr>
          <p:cNvSpPr/>
          <p:nvPr/>
        </p:nvSpPr>
        <p:spPr>
          <a:xfrm>
            <a:off x="456213" y="2916212"/>
            <a:ext cx="6402444" cy="35655"/>
          </a:xfrm>
          <a:prstGeom prst="rect">
            <a:avLst/>
          </a:prstGeom>
          <a:solidFill>
            <a:srgbClr val="ED7D31"/>
          </a:solidFill>
          <a:ln w="12700">
            <a:solidFill>
              <a:srgbClr val="C9960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491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We're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30352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4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5213" y="1970246"/>
            <a:ext cx="2560320" cy="1005840"/>
          </a:xfrm>
          <a:prstGeom prst="rect">
            <a:avLst/>
          </a:prstGeom>
          <a:solidFill>
            <a:srgbClr val="C9960C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5213" y="1913275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$31.5M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5213" y="2507207"/>
            <a:ext cx="2560320" cy="445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Total Revenue</a:t>
            </a:r>
          </a:p>
        </p:txBody>
      </p:sp>
      <p:sp>
        <p:nvSpPr>
          <p:cNvPr id="9" name="Shape 7"/>
          <p:cNvSpPr/>
          <p:nvPr/>
        </p:nvSpPr>
        <p:spPr>
          <a:xfrm>
            <a:off x="3110389" y="1973461"/>
            <a:ext cx="256032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4486" y="1912025"/>
            <a:ext cx="256032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$13.68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034487" y="2372010"/>
            <a:ext cx="2636222" cy="713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Avg Bottle Price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50029" y="1972211"/>
            <a:ext cx="256032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9662" y="1915239"/>
            <a:ext cx="256032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1,302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50029" y="2397550"/>
            <a:ext cx="2560320" cy="6600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Active Store</a:t>
            </a:r>
            <a:r>
              <a:rPr lang="en-US" sz="1100" dirty="0">
                <a:solidFill>
                  <a:srgbClr val="FFFFFF"/>
                </a:solidFill>
              </a:rPr>
              <a:t>s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9F8757-7D99-5A3C-AAB1-8DB06A8DD0A3}"/>
              </a:ext>
            </a:extLst>
          </p:cNvPr>
          <p:cNvSpPr txBox="1"/>
          <p:nvPr/>
        </p:nvSpPr>
        <p:spPr>
          <a:xfrm>
            <a:off x="634008" y="3375422"/>
            <a:ext cx="7724179" cy="15696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latin typeface="Georgia"/>
                <a:ea typeface="+mn-lt"/>
                <a:cs typeface="+mn-lt"/>
              </a:rPr>
              <a:t>To understand where Jim Beam is performing well, where revenue is weak, which markets may have growth potential, and what competitive risks exist.</a:t>
            </a:r>
            <a:endParaRPr lang="en-US" sz="2400" b="1">
              <a:latin typeface="Georgia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9960C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SUMMARY STATS  |  Database Snapshot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 by the Numbers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286000"/>
          </a:xfrm>
          <a:prstGeom prst="rect">
            <a:avLst/>
          </a:prstGeom>
          <a:solidFill>
            <a:srgbClr val="2A2A4A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0C"/>
                </a:solidFill>
              </a:rPr>
              <a:t>$31.5M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Total Revenue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Iowa 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2286000"/>
          </a:xfrm>
          <a:prstGeom prst="rect">
            <a:avLst/>
          </a:prstGeom>
          <a:solidFill>
            <a:srgbClr val="2A2A4A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08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0C"/>
                </a:solidFill>
              </a:rPr>
              <a:t>$13.68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Avg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Bottle Price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920240" cy="2286000"/>
          </a:xfrm>
          <a:prstGeom prst="rect">
            <a:avLst/>
          </a:prstGeom>
          <a:solidFill>
            <a:srgbClr val="2A2A4A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08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0C"/>
                </a:solidFill>
              </a:rPr>
              <a:t>1,302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Active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Store Partners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1920240" cy="2286000"/>
          </a:xfrm>
          <a:prstGeom prst="rect">
            <a:avLst/>
          </a:prstGeom>
          <a:solidFill>
            <a:srgbClr val="2A2A4A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508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0C"/>
                </a:solidFill>
              </a:rPr>
              <a:t>#2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Vendor Rank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In Category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88"/>
                </a:solidFill>
              </a:rPr>
              <a:t>Source: Iowa Liquor Sales Database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</a:rPr>
              <a:t>STRENGTH   |  Hero Products Drive Revenue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08942" y="434697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Highest-Grossing Jim Beam Products</a:t>
            </a:r>
            <a:endParaRPr lang="en-US" sz="22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263" t="4984" r="469" b="108"/>
          <a:stretch>
            <a:fillRect/>
          </a:stretch>
        </p:blipFill>
        <p:spPr>
          <a:xfrm>
            <a:off x="274323" y="937616"/>
            <a:ext cx="8435324" cy="39090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1A7A4A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100" dirty="0">
              <a:solidFill>
                <a:srgbClr val="1A1A2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</a:rPr>
              <a:t>WEAKNESS   |  Geographic Dead Zones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786" y="50613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Beam's 5 Lowest-Performing Counties</a:t>
            </a:r>
            <a:endParaRPr lang="en-US" sz="22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t="5368" b="-105"/>
          <a:stretch>
            <a:fillRect/>
          </a:stretch>
        </p:blipFill>
        <p:spPr>
          <a:xfrm>
            <a:off x="158224" y="983880"/>
            <a:ext cx="8528576" cy="383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C0392B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1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6E355-A581-67BB-272A-64318AA8903F}"/>
              </a:ext>
            </a:extLst>
          </p:cNvPr>
          <p:cNvSpPr/>
          <p:nvPr/>
        </p:nvSpPr>
        <p:spPr>
          <a:xfrm>
            <a:off x="8116260" y="2362840"/>
            <a:ext cx="566697" cy="1075764"/>
          </a:xfrm>
          <a:prstGeom prst="rect">
            <a:avLst/>
          </a:prstGeom>
          <a:solidFill>
            <a:srgbClr val="FC98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6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OPPORTUNITY  |  Mid-Tier Price 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-60722" y="403444"/>
            <a:ext cx="8229600" cy="525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 Mid-Tier Product Revenue ($10–$20)</a:t>
            </a:r>
            <a:endParaRPr lang="en-US" sz="2200" dirty="0"/>
          </a:p>
        </p:txBody>
      </p:sp>
      <p:pic>
        <p:nvPicPr>
          <p:cNvPr id="5" name="Image 0" descr="/home/claude/q10.png"/>
          <p:cNvPicPr>
            <a:picLocks noChangeAspect="1"/>
          </p:cNvPicPr>
          <p:nvPr/>
        </p:nvPicPr>
        <p:blipFill>
          <a:blip r:embed="rId3"/>
          <a:srcRect t="4819" r="-47"/>
          <a:stretch>
            <a:fillRect/>
          </a:stretch>
        </p:blipFill>
        <p:spPr>
          <a:xfrm>
            <a:off x="131445" y="931732"/>
            <a:ext cx="8738237" cy="38979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1B4F8A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100" dirty="0">
              <a:solidFill>
                <a:srgbClr val="1A1A2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THREAT  |  Market Share Reality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86" y="41683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Beam's Share of Its Own Category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94960" y="1234440"/>
            <a:ext cx="34747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40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0" y="2514600"/>
            <a:ext cx="3291840" cy="210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2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pic>
        <p:nvPicPr>
          <p:cNvPr id="11" name="Picture 10" descr="A pie chart with a red triangle&#10;&#10;AI-generated content may be incorrect.">
            <a:extLst>
              <a:ext uri="{FF2B5EF4-FFF2-40B4-BE49-F238E27FC236}">
                <a16:creationId xmlns:a16="http://schemas.microsoft.com/office/drawing/2014/main" id="{E2E72755-2A61-6563-A068-9A3490A646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486" t="4405" r="343" b="771"/>
          <a:stretch>
            <a:fillRect/>
          </a:stretch>
        </p:blipFill>
        <p:spPr>
          <a:xfrm>
            <a:off x="370486" y="922478"/>
            <a:ext cx="8318047" cy="4052998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5" name="Picture 4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5EF3D7E5-2C58-ED42-B50F-574391429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275" y="1233796"/>
            <a:ext cx="2532006" cy="895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E3ABED-7732-5F03-6BCF-20AE914500CA}"/>
              </a:ext>
            </a:extLst>
          </p:cNvPr>
          <p:cNvSpPr/>
          <p:nvPr/>
        </p:nvSpPr>
        <p:spPr>
          <a:xfrm>
            <a:off x="6881576" y="2560313"/>
            <a:ext cx="1804181" cy="892391"/>
          </a:xfrm>
          <a:prstGeom prst="rect">
            <a:avLst/>
          </a:prstGeom>
          <a:solidFill>
            <a:srgbClr val="C037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Jim Beam</a:t>
            </a:r>
            <a:br>
              <a:rPr lang="en-US" dirty="0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     Competitors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03B9D6-D1A4-F636-F8CA-9620820C1180}"/>
              </a:ext>
            </a:extLst>
          </p:cNvPr>
          <p:cNvSpPr/>
          <p:nvPr/>
        </p:nvSpPr>
        <p:spPr>
          <a:xfrm>
            <a:off x="7048927" y="3074575"/>
            <a:ext cx="160734" cy="151804"/>
          </a:xfrm>
          <a:prstGeom prst="rect">
            <a:avLst/>
          </a:prstGeom>
          <a:solidFill>
            <a:srgbClr val="80341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B02B8-C483-6FBC-F0F5-2D42DD0C7039}"/>
              </a:ext>
            </a:extLst>
          </p:cNvPr>
          <p:cNvSpPr/>
          <p:nvPr/>
        </p:nvSpPr>
        <p:spPr>
          <a:xfrm>
            <a:off x="7048926" y="2799103"/>
            <a:ext cx="160734" cy="151804"/>
          </a:xfrm>
          <a:prstGeom prst="rect">
            <a:avLst/>
          </a:prstGeom>
          <a:solidFill>
            <a:srgbClr val="C0161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0C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Recommendation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49808"/>
          </a:xfrm>
          <a:prstGeom prst="rect">
            <a:avLst/>
          </a:prstGeom>
          <a:solidFill>
            <a:srgbClr val="2A2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D98B"/>
                </a:solidFill>
              </a:rPr>
              <a:t>💪 STRENGTH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6984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Hero SKUs (Jim Beam 750mL) anchor revenue. Portfolio has multi-tier appeal.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749808"/>
          </a:xfrm>
          <a:prstGeom prst="rect">
            <a:avLst/>
          </a:prstGeom>
          <a:solidFill>
            <a:srgbClr val="2A2A4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93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D98B"/>
                </a:solidFill>
              </a:rPr>
              <a:t>⚠️ WEAKNESS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984248"/>
            <a:ext cx="64008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FFFFFF"/>
                </a:solidFill>
              </a:rPr>
              <a:t>Dead zones in Fremont, Wayne, Adams. Minimal presence in rural counties.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8412480" cy="749808"/>
          </a:xfrm>
          <a:prstGeom prst="rect">
            <a:avLst/>
          </a:prstGeom>
          <a:solidFill>
            <a:srgbClr val="2A2A4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D98B"/>
                </a:solidFill>
              </a:rPr>
              <a:t>🌱 OPPORTUNITY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898648"/>
            <a:ext cx="64008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</a:rPr>
              <a:t>Mid-tier flavored variants are priced right but undermarketed. Room to grow 2-3×.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749808"/>
          </a:xfrm>
          <a:prstGeom prst="rect">
            <a:avLst/>
          </a:prstGeom>
          <a:solidFill>
            <a:srgbClr val="2A2A4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22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D98B"/>
                </a:solidFill>
              </a:rPr>
              <a:t>🔴 THREAT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81304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Jim Beam holds only 9% of its own category. Diageo leads at $80M.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C9960C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Recommendation: Activate rural counties · Promote flavored SKUs · Monitor Diageo's growth trajectory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Jim Beam SWOT Analysis – 5 Min</dc:title>
  <dc:subject>PptxGenJS Presentation</dc:subject>
  <dc:creator>PptxGenJS</dc:creator>
  <cp:lastModifiedBy>PptxGenJS</cp:lastModifiedBy>
  <cp:revision>181</cp:revision>
  <dcterms:created xsi:type="dcterms:W3CDTF">2026-04-30T00:22:19Z</dcterms:created>
  <dcterms:modified xsi:type="dcterms:W3CDTF">2026-04-30T04:13:01Z</dcterms:modified>
</cp:coreProperties>
</file>
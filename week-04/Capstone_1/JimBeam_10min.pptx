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58" r:id="rId4"/>
    <p:sldId id="259" r:id="rId5"/>
    <p:sldId id="270" r:id="rId6"/>
    <p:sldId id="266" r:id="rId7"/>
    <p:sldId id="262" r:id="rId8"/>
    <p:sldId id="263" r:id="rId9"/>
    <p:sldId id="264" r:id="rId10"/>
    <p:sldId id="265" r:id="rId11"/>
    <p:sldId id="271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8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C52F8-1FDA-826D-9BC2-87F496F5536A}" v="1" dt="2026-04-30T16:44:45.261"/>
    <p1510:client id="{268BE901-C98A-A35C-79A6-52C18A20C532}" v="10" dt="2026-04-30T13:13:29.958"/>
    <p1510:client id="{B14773D7-E6A8-D03B-B021-E177D8FCE6E4}" v="153" dt="2026-04-30T04:11:13.189"/>
    <p1510:client id="{EB5279E9-AFC0-75CB-2B70-25A30470148C}" v="149" dt="2026-04-30T16:23:03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gla celik" userId="S::ccelik@my.yearupunited.org::7b188b8e-7d7c-466a-bff8-d38aee0ad76d" providerId="AD" clId="Web-{268BE901-C98A-A35C-79A6-52C18A20C532}"/>
    <pc:docChg chg="modSld modMainMaster">
      <pc:chgData name="cagla celik" userId="S::ccelik@my.yearupunited.org::7b188b8e-7d7c-466a-bff8-d38aee0ad76d" providerId="AD" clId="Web-{268BE901-C98A-A35C-79A6-52C18A20C532}" dt="2026-04-30T13:13:29.958" v="9" actId="1076"/>
      <pc:docMkLst>
        <pc:docMk/>
      </pc:docMkLst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58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59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0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2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3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4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5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0" sldId="267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1104918865" sldId="268"/>
        </pc:sldMkLst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3401373035" sldId="269"/>
        </pc:sldMkLst>
      </pc:sldChg>
      <pc:sldChg chg="modSp modTransition">
        <pc:chgData name="cagla celik" userId="S::ccelik@my.yearupunited.org::7b188b8e-7d7c-466a-bff8-d38aee0ad76d" providerId="AD" clId="Web-{268BE901-C98A-A35C-79A6-52C18A20C532}" dt="2026-04-30T13:13:29.958" v="9" actId="1076"/>
        <pc:sldMkLst>
          <pc:docMk/>
          <pc:sldMk cId="631828014" sldId="270"/>
        </pc:sldMkLst>
        <pc:picChg chg="mod modCrop">
          <ac:chgData name="cagla celik" userId="S::ccelik@my.yearupunited.org::7b188b8e-7d7c-466a-bff8-d38aee0ad76d" providerId="AD" clId="Web-{268BE901-C98A-A35C-79A6-52C18A20C532}" dt="2026-04-30T13:13:29.958" v="9" actId="1076"/>
          <ac:picMkLst>
            <pc:docMk/>
            <pc:sldMk cId="631828014" sldId="270"/>
            <ac:picMk id="5" creationId="{00000000-0000-0000-0000-000000000000}"/>
          </ac:picMkLst>
        </pc:picChg>
      </pc:sldChg>
      <pc:sldChg chg="modTransition">
        <pc:chgData name="cagla celik" userId="S::ccelik@my.yearupunited.org::7b188b8e-7d7c-466a-bff8-d38aee0ad76d" providerId="AD" clId="Web-{268BE901-C98A-A35C-79A6-52C18A20C532}" dt="2026-04-30T13:12:33.880" v="6"/>
        <pc:sldMkLst>
          <pc:docMk/>
          <pc:sldMk cId="1233154207" sldId="271"/>
        </pc:sldMkLst>
      </pc:sldChg>
      <pc:sldMasterChg chg="modTransition modSldLayout">
        <pc:chgData name="cagla celik" userId="S::ccelik@my.yearupunited.org::7b188b8e-7d7c-466a-bff8-d38aee0ad76d" providerId="AD" clId="Web-{268BE901-C98A-A35C-79A6-52C18A20C532}" dt="2026-04-30T13:12:33.880" v="6"/>
        <pc:sldMasterMkLst>
          <pc:docMk/>
          <pc:sldMasterMk cId="0" sldId="2147483648"/>
        </pc:sldMasterMkLst>
        <pc:sldLayoutChg chg="modTransition">
          <pc:chgData name="cagla celik" userId="S::ccelik@my.yearupunited.org::7b188b8e-7d7c-466a-bff8-d38aee0ad76d" providerId="AD" clId="Web-{268BE901-C98A-A35C-79A6-52C18A20C532}" dt="2026-04-30T13:12:33.880" v="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  <pc:docChgLst>
    <pc:chgData name="cagla celik" userId="S::ccelik@my.yearupunited.org::7b188b8e-7d7c-466a-bff8-d38aee0ad76d" providerId="AD" clId="Web-{B14773D7-E6A8-D03B-B021-E177D8FCE6E4}"/>
    <pc:docChg chg="addSld delSld modSld">
      <pc:chgData name="cagla celik" userId="S::ccelik@my.yearupunited.org::7b188b8e-7d7c-466a-bff8-d38aee0ad76d" providerId="AD" clId="Web-{B14773D7-E6A8-D03B-B021-E177D8FCE6E4}" dt="2026-04-30T04:11:13.189" v="149" actId="20577"/>
      <pc:docMkLst>
        <pc:docMk/>
      </pc:docMkLst>
      <pc:sldChg chg="del">
        <pc:chgData name="cagla celik" userId="S::ccelik@my.yearupunited.org::7b188b8e-7d7c-466a-bff8-d38aee0ad76d" providerId="AD" clId="Web-{B14773D7-E6A8-D03B-B021-E177D8FCE6E4}" dt="2026-04-30T02:01:05.652" v="1"/>
        <pc:sldMkLst>
          <pc:docMk/>
          <pc:sldMk cId="0" sldId="256"/>
        </pc:sldMkLst>
      </pc:sldChg>
      <pc:sldChg chg="modSp del">
        <pc:chgData name="cagla celik" userId="S::ccelik@my.yearupunited.org::7b188b8e-7d7c-466a-bff8-d38aee0ad76d" providerId="AD" clId="Web-{B14773D7-E6A8-D03B-B021-E177D8FCE6E4}" dt="2026-04-30T02:02:36.530" v="4"/>
        <pc:sldMkLst>
          <pc:docMk/>
          <pc:sldMk cId="0" sldId="257"/>
        </pc:sldMkLst>
        <pc:spChg chg="mod">
          <ac:chgData name="cagla celik" userId="S::ccelik@my.yearupunited.org::7b188b8e-7d7c-466a-bff8-d38aee0ad76d" providerId="AD" clId="Web-{B14773D7-E6A8-D03B-B021-E177D8FCE6E4}" dt="2026-04-30T02:02:13.044" v="2" actId="20577"/>
          <ac:spMkLst>
            <pc:docMk/>
            <pc:sldMk cId="0" sldId="257"/>
            <ac:spMk id="5" creationId="{00000000-0000-0000-0000-000000000000}"/>
          </ac:spMkLst>
        </pc:spChg>
      </pc:sldChg>
      <pc:sldChg chg="modSp">
        <pc:chgData name="cagla celik" userId="S::ccelik@my.yearupunited.org::7b188b8e-7d7c-466a-bff8-d38aee0ad76d" providerId="AD" clId="Web-{B14773D7-E6A8-D03B-B021-E177D8FCE6E4}" dt="2026-04-30T04:09:01.200" v="145" actId="20577"/>
        <pc:sldMkLst>
          <pc:docMk/>
          <pc:sldMk cId="0" sldId="258"/>
        </pc:sldMkLst>
        <pc:spChg chg="mod">
          <ac:chgData name="cagla celik" userId="S::ccelik@my.yearupunited.org::7b188b8e-7d7c-466a-bff8-d38aee0ad76d" providerId="AD" clId="Web-{B14773D7-E6A8-D03B-B021-E177D8FCE6E4}" dt="2026-04-30T04:09:01.200" v="145" actId="20577"/>
          <ac:spMkLst>
            <pc:docMk/>
            <pc:sldMk cId="0" sldId="258"/>
            <ac:spMk id="17" creationId="{00000000-0000-0000-0000-000000000000}"/>
          </ac:spMkLst>
        </pc:spChg>
      </pc:sldChg>
      <pc:sldChg chg="delSp modSp">
        <pc:chgData name="cagla celik" userId="S::ccelik@my.yearupunited.org::7b188b8e-7d7c-466a-bff8-d38aee0ad76d" providerId="AD" clId="Web-{B14773D7-E6A8-D03B-B021-E177D8FCE6E4}" dt="2026-04-30T02:18:18.542" v="52" actId="1076"/>
        <pc:sldMkLst>
          <pc:docMk/>
          <pc:sldMk cId="0" sldId="259"/>
        </pc:sldMkLst>
        <pc:spChg chg="mod">
          <ac:chgData name="cagla celik" userId="S::ccelik@my.yearupunited.org::7b188b8e-7d7c-466a-bff8-d38aee0ad76d" providerId="AD" clId="Web-{B14773D7-E6A8-D03B-B021-E177D8FCE6E4}" dt="2026-04-30T02:18:18.542" v="52" actId="1076"/>
          <ac:spMkLst>
            <pc:docMk/>
            <pc:sldMk cId="0" sldId="259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2:07:13.734" v="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2:07:16.297" v="12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2:07:11.718" v="10" actId="20577"/>
          <ac:spMkLst>
            <pc:docMk/>
            <pc:sldMk cId="0" sldId="259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2:18:12.839" v="51" actId="14100"/>
          <ac:picMkLst>
            <pc:docMk/>
            <pc:sldMk cId="0" sldId="259"/>
            <ac:picMk id="5" creationId="{00000000-0000-0000-0000-000000000000}"/>
          </ac:picMkLst>
        </pc:picChg>
      </pc:sldChg>
      <pc:sldChg chg="addSp delSp modSp add del">
        <pc:chgData name="cagla celik" userId="S::ccelik@my.yearupunited.org::7b188b8e-7d7c-466a-bff8-d38aee0ad76d" providerId="AD" clId="Web-{B14773D7-E6A8-D03B-B021-E177D8FCE6E4}" dt="2026-04-30T03:58:19.181" v="87" actId="14100"/>
        <pc:sldMkLst>
          <pc:docMk/>
          <pc:sldMk cId="0" sldId="260"/>
        </pc:sldMkLst>
        <pc:spChg chg="mod">
          <ac:chgData name="cagla celik" userId="S::ccelik@my.yearupunited.org::7b188b8e-7d7c-466a-bff8-d38aee0ad76d" providerId="AD" clId="Web-{B14773D7-E6A8-D03B-B021-E177D8FCE6E4}" dt="2026-04-30T03:52:34.310" v="61" actId="1076"/>
          <ac:spMkLst>
            <pc:docMk/>
            <pc:sldMk cId="0" sldId="260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3:52:15.356" v="59"/>
          <ac:spMkLst>
            <pc:docMk/>
            <pc:sldMk cId="0" sldId="260"/>
            <ac:spMk id="6" creationId="{00000000-0000-0000-0000-000000000000}"/>
          </ac:spMkLst>
        </pc:spChg>
        <pc:spChg chg="add mod">
          <ac:chgData name="cagla celik" userId="S::ccelik@my.yearupunited.org::7b188b8e-7d7c-466a-bff8-d38aee0ad76d" providerId="AD" clId="Web-{B14773D7-E6A8-D03B-B021-E177D8FCE6E4}" dt="2026-04-30T03:58:19.181" v="87" actId="14100"/>
          <ac:spMkLst>
            <pc:docMk/>
            <pc:sldMk cId="0" sldId="260"/>
            <ac:spMk id="6" creationId="{C3A6E355-A581-67BB-272A-64318AA8903F}"/>
          </ac:spMkLst>
        </pc:spChg>
        <pc:spChg chg="mod">
          <ac:chgData name="cagla celik" userId="S::ccelik@my.yearupunited.org::7b188b8e-7d7c-466a-bff8-d38aee0ad76d" providerId="AD" clId="Web-{B14773D7-E6A8-D03B-B021-E177D8FCE6E4}" dt="2026-04-30T03:52:22.497" v="60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3:52:14.606" v="58" actId="20577"/>
          <ac:spMkLst>
            <pc:docMk/>
            <pc:sldMk cId="0" sldId="260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3:58:14.837" v="86" actId="1076"/>
          <ac:picMkLst>
            <pc:docMk/>
            <pc:sldMk cId="0" sldId="260"/>
            <ac:picMk id="5" creationId="{00000000-0000-0000-0000-000000000000}"/>
          </ac:picMkLst>
        </pc:picChg>
      </pc:sldChg>
      <pc:sldChg chg="delSp modSp del">
        <pc:chgData name="cagla celik" userId="S::ccelik@my.yearupunited.org::7b188b8e-7d7c-466a-bff8-d38aee0ad76d" providerId="AD" clId="Web-{B14773D7-E6A8-D03B-B021-E177D8FCE6E4}" dt="2026-04-30T03:55:32.942" v="76"/>
        <pc:sldMkLst>
          <pc:docMk/>
          <pc:sldMk cId="0" sldId="261"/>
        </pc:sldMkLst>
        <pc:spChg chg="del">
          <ac:chgData name="cagla celik" userId="S::ccelik@my.yearupunited.org::7b188b8e-7d7c-466a-bff8-d38aee0ad76d" providerId="AD" clId="Web-{B14773D7-E6A8-D03B-B021-E177D8FCE6E4}" dt="2026-04-30T03:53:34.313" v="70"/>
          <ac:spMkLst>
            <pc:docMk/>
            <pc:sldMk cId="0" sldId="261"/>
            <ac:spMk id="6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3:53:38.922" v="71"/>
          <ac:spMkLst>
            <pc:docMk/>
            <pc:sldMk cId="0" sldId="261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2:19:31.028" v="53" actId="20577"/>
          <ac:spMkLst>
            <pc:docMk/>
            <pc:sldMk cId="0" sldId="261"/>
            <ac:spMk id="8" creationId="{00000000-0000-0000-0000-000000000000}"/>
          </ac:spMkLst>
        </pc:spChg>
        <pc:picChg chg="mod">
          <ac:chgData name="cagla celik" userId="S::ccelik@my.yearupunited.org::7b188b8e-7d7c-466a-bff8-d38aee0ad76d" providerId="AD" clId="Web-{B14773D7-E6A8-D03B-B021-E177D8FCE6E4}" dt="2026-04-30T03:53:46.032" v="72" actId="14100"/>
          <ac:picMkLst>
            <pc:docMk/>
            <pc:sldMk cId="0" sldId="261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B14773D7-E6A8-D03B-B021-E177D8FCE6E4}" dt="2026-04-30T04:04:20.632" v="97" actId="1076"/>
        <pc:sldMkLst>
          <pc:docMk/>
          <pc:sldMk cId="0" sldId="262"/>
        </pc:sldMkLst>
        <pc:spChg chg="mod">
          <ac:chgData name="cagla celik" userId="S::ccelik@my.yearupunited.org::7b188b8e-7d7c-466a-bff8-d38aee0ad76d" providerId="AD" clId="Web-{B14773D7-E6A8-D03B-B021-E177D8FCE6E4}" dt="2026-04-30T04:03:53.691" v="90" actId="1076"/>
          <ac:spMkLst>
            <pc:docMk/>
            <pc:sldMk cId="0" sldId="262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3:46.128" v="88"/>
          <ac:spMkLst>
            <pc:docMk/>
            <pc:sldMk cId="0" sldId="262"/>
            <ac:spMk id="6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3:49.550" v="89"/>
          <ac:spMkLst>
            <pc:docMk/>
            <pc:sldMk cId="0" sldId="262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2:20:50.164" v="55" actId="20577"/>
          <ac:spMkLst>
            <pc:docMk/>
            <pc:sldMk cId="0" sldId="262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4:04:20.632" v="97" actId="1076"/>
          <ac:picMkLst>
            <pc:docMk/>
            <pc:sldMk cId="0" sldId="262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B14773D7-E6A8-D03B-B021-E177D8FCE6E4}" dt="2026-04-30T04:05:07.730" v="113" actId="1076"/>
        <pc:sldMkLst>
          <pc:docMk/>
          <pc:sldMk cId="0" sldId="263"/>
        </pc:sldMkLst>
        <pc:spChg chg="mod">
          <ac:chgData name="cagla celik" userId="S::ccelik@my.yearupunited.org::7b188b8e-7d7c-466a-bff8-d38aee0ad76d" providerId="AD" clId="Web-{B14773D7-E6A8-D03B-B021-E177D8FCE6E4}" dt="2026-04-30T04:04:46.822" v="107" actId="1076"/>
          <ac:spMkLst>
            <pc:docMk/>
            <pc:sldMk cId="0" sldId="263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4:31.602" v="98"/>
          <ac:spMkLst>
            <pc:docMk/>
            <pc:sldMk cId="0" sldId="263"/>
            <ac:spMk id="6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4:04:38.228" v="106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2:20:43.741" v="54" actId="20577"/>
          <ac:spMkLst>
            <pc:docMk/>
            <pc:sldMk cId="0" sldId="263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4:05:07.730" v="113" actId="1076"/>
          <ac:picMkLst>
            <pc:docMk/>
            <pc:sldMk cId="0" sldId="263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B14773D7-E6A8-D03B-B021-E177D8FCE6E4}" dt="2026-04-30T04:06:35.128" v="128" actId="20577"/>
        <pc:sldMkLst>
          <pc:docMk/>
          <pc:sldMk cId="0" sldId="264"/>
        </pc:sldMkLst>
        <pc:spChg chg="mod">
          <ac:chgData name="cagla celik" userId="S::ccelik@my.yearupunited.org::7b188b8e-7d7c-466a-bff8-d38aee0ad76d" providerId="AD" clId="Web-{B14773D7-E6A8-D03B-B021-E177D8FCE6E4}" dt="2026-04-30T04:06:35.128" v="128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B14773D7-E6A8-D03B-B021-E177D8FCE6E4}" dt="2026-04-30T04:06:09.861" v="125" actId="1076"/>
          <ac:spMkLst>
            <pc:docMk/>
            <pc:sldMk cId="0" sldId="264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5:19.107" v="114"/>
          <ac:spMkLst>
            <pc:docMk/>
            <pc:sldMk cId="0" sldId="264"/>
            <ac:spMk id="6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5:29.873" v="118"/>
          <ac:spMkLst>
            <pc:docMk/>
            <pc:sldMk cId="0" sldId="264"/>
            <ac:spMk id="7" creationId="{00000000-0000-0000-0000-000000000000}"/>
          </ac:spMkLst>
        </pc:spChg>
        <pc:spChg chg="del mod">
          <ac:chgData name="cagla celik" userId="S::ccelik@my.yearupunited.org::7b188b8e-7d7c-466a-bff8-d38aee0ad76d" providerId="AD" clId="Web-{B14773D7-E6A8-D03B-B021-E177D8FCE6E4}" dt="2026-04-30T04:05:27.732" v="117"/>
          <ac:spMkLst>
            <pc:docMk/>
            <pc:sldMk cId="0" sldId="264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4:05:53.875" v="124" actId="1076"/>
          <ac:picMkLst>
            <pc:docMk/>
            <pc:sldMk cId="0" sldId="264"/>
            <ac:picMk id="5" creationId="{00000000-0000-0000-0000-000000000000}"/>
          </ac:picMkLst>
        </pc:picChg>
      </pc:sldChg>
      <pc:sldChg chg="delSp modSp">
        <pc:chgData name="cagla celik" userId="S::ccelik@my.yearupunited.org::7b188b8e-7d7c-466a-bff8-d38aee0ad76d" providerId="AD" clId="Web-{B14773D7-E6A8-D03B-B021-E177D8FCE6E4}" dt="2026-04-30T04:07:45.289" v="140" actId="1076"/>
        <pc:sldMkLst>
          <pc:docMk/>
          <pc:sldMk cId="0" sldId="265"/>
        </pc:sldMkLst>
        <pc:spChg chg="mod">
          <ac:chgData name="cagla celik" userId="S::ccelik@my.yearupunited.org::7b188b8e-7d7c-466a-bff8-d38aee0ad76d" providerId="AD" clId="Web-{B14773D7-E6A8-D03B-B021-E177D8FCE6E4}" dt="2026-04-30T04:07:21.538" v="134" actId="1076"/>
          <ac:spMkLst>
            <pc:docMk/>
            <pc:sldMk cId="0" sldId="265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7:11.490" v="131"/>
          <ac:spMkLst>
            <pc:docMk/>
            <pc:sldMk cId="0" sldId="265"/>
            <ac:spMk id="6" creationId="{00000000-0000-0000-0000-000000000000}"/>
          </ac:spMkLst>
        </pc:spChg>
        <pc:spChg chg="del">
          <ac:chgData name="cagla celik" userId="S::ccelik@my.yearupunited.org::7b188b8e-7d7c-466a-bff8-d38aee0ad76d" providerId="AD" clId="Web-{B14773D7-E6A8-D03B-B021-E177D8FCE6E4}" dt="2026-04-30T04:07:13.412" v="133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cagla celik" userId="S::ccelik@my.yearupunited.org::7b188b8e-7d7c-466a-bff8-d38aee0ad76d" providerId="AD" clId="Web-{B14773D7-E6A8-D03B-B021-E177D8FCE6E4}" dt="2026-04-30T04:07:13.412" v="132"/>
          <ac:spMkLst>
            <pc:docMk/>
            <pc:sldMk cId="0" sldId="265"/>
            <ac:spMk id="8" creationId="{00000000-0000-0000-0000-000000000000}"/>
          </ac:spMkLst>
        </pc:spChg>
        <pc:picChg chg="mod modCrop">
          <ac:chgData name="cagla celik" userId="S::ccelik@my.yearupunited.org::7b188b8e-7d7c-466a-bff8-d38aee0ad76d" providerId="AD" clId="Web-{B14773D7-E6A8-D03B-B021-E177D8FCE6E4}" dt="2026-04-30T04:07:45.289" v="140" actId="1076"/>
          <ac:picMkLst>
            <pc:docMk/>
            <pc:sldMk cId="0" sldId="265"/>
            <ac:picMk id="5" creationId="{00000000-0000-0000-0000-000000000000}"/>
          </ac:picMkLst>
        </pc:picChg>
      </pc:sldChg>
      <pc:sldChg chg="modSp del">
        <pc:chgData name="cagla celik" userId="S::ccelik@my.yearupunited.org::7b188b8e-7d7c-466a-bff8-d38aee0ad76d" providerId="AD" clId="Web-{B14773D7-E6A8-D03B-B021-E177D8FCE6E4}" dt="2026-04-30T04:07:08.162" v="130"/>
        <pc:sldMkLst>
          <pc:docMk/>
          <pc:sldMk cId="1325269250" sldId="266"/>
        </pc:sldMkLst>
        <pc:spChg chg="mod">
          <ac:chgData name="cagla celik" userId="S::ccelik@my.yearupunited.org::7b188b8e-7d7c-466a-bff8-d38aee0ad76d" providerId="AD" clId="Web-{B14773D7-E6A8-D03B-B021-E177D8FCE6E4}" dt="2026-04-30T02:22:44.721" v="57" actId="20577"/>
          <ac:spMkLst>
            <pc:docMk/>
            <pc:sldMk cId="1325269250" sldId="266"/>
            <ac:spMk id="10" creationId="{00000000-0000-0000-0000-000000000000}"/>
          </ac:spMkLst>
        </pc:spChg>
      </pc:sldChg>
      <pc:sldChg chg="modSp">
        <pc:chgData name="cagla celik" userId="S::ccelik@my.yearupunited.org::7b188b8e-7d7c-466a-bff8-d38aee0ad76d" providerId="AD" clId="Web-{B14773D7-E6A8-D03B-B021-E177D8FCE6E4}" dt="2026-04-30T04:11:13.189" v="149" actId="20577"/>
        <pc:sldMkLst>
          <pc:docMk/>
          <pc:sldMk cId="0" sldId="267"/>
        </pc:sldMkLst>
        <pc:spChg chg="mod">
          <ac:chgData name="cagla celik" userId="S::ccelik@my.yearupunited.org::7b188b8e-7d7c-466a-bff8-d38aee0ad76d" providerId="AD" clId="Web-{B14773D7-E6A8-D03B-B021-E177D8FCE6E4}" dt="2026-04-30T04:11:13.189" v="149" actId="20577"/>
          <ac:spMkLst>
            <pc:docMk/>
            <pc:sldMk cId="0" sldId="267"/>
            <ac:spMk id="9" creationId="{00000000-0000-0000-0000-000000000000}"/>
          </ac:spMkLst>
        </pc:spChg>
      </pc:sldChg>
      <pc:sldChg chg="add">
        <pc:chgData name="cagla celik" userId="S::ccelik@my.yearupunited.org::7b188b8e-7d7c-466a-bff8-d38aee0ad76d" providerId="AD" clId="Web-{B14773D7-E6A8-D03B-B021-E177D8FCE6E4}" dt="2026-04-30T02:00:57.699" v="0"/>
        <pc:sldMkLst>
          <pc:docMk/>
          <pc:sldMk cId="1104918865" sldId="268"/>
        </pc:sldMkLst>
      </pc:sldChg>
      <pc:sldChg chg="addSp delSp modSp add">
        <pc:chgData name="cagla celik" userId="S::ccelik@my.yearupunited.org::7b188b8e-7d7c-466a-bff8-d38aee0ad76d" providerId="AD" clId="Web-{B14773D7-E6A8-D03B-B021-E177D8FCE6E4}" dt="2026-04-30T02:05:36.417" v="9"/>
        <pc:sldMkLst>
          <pc:docMk/>
          <pc:sldMk cId="3401373035" sldId="269"/>
        </pc:sldMkLst>
        <pc:spChg chg="add del mod">
          <ac:chgData name="cagla celik" userId="S::ccelik@my.yearupunited.org::7b188b8e-7d7c-466a-bff8-d38aee0ad76d" providerId="AD" clId="Web-{B14773D7-E6A8-D03B-B021-E177D8FCE6E4}" dt="2026-04-30T02:05:36.417" v="9"/>
          <ac:spMkLst>
            <pc:docMk/>
            <pc:sldMk cId="3401373035" sldId="269"/>
            <ac:spMk id="15" creationId="{829F8757-7D99-5A3C-AAB1-8DB06A8DD0A3}"/>
          </ac:spMkLst>
        </pc:spChg>
      </pc:sldChg>
      <pc:sldChg chg="modSp add">
        <pc:chgData name="cagla celik" userId="S::ccelik@my.yearupunited.org::7b188b8e-7d7c-466a-bff8-d38aee0ad76d" providerId="AD" clId="Web-{B14773D7-E6A8-D03B-B021-E177D8FCE6E4}" dt="2026-04-30T04:08:44.949" v="143" actId="20577"/>
        <pc:sldMkLst>
          <pc:docMk/>
          <pc:sldMk cId="631828014" sldId="270"/>
        </pc:sldMkLst>
        <pc:spChg chg="mod">
          <ac:chgData name="cagla celik" userId="S::ccelik@my.yearupunited.org::7b188b8e-7d7c-466a-bff8-d38aee0ad76d" providerId="AD" clId="Web-{B14773D7-E6A8-D03B-B021-E177D8FCE6E4}" dt="2026-04-30T04:08:44.949" v="143" actId="20577"/>
          <ac:spMkLst>
            <pc:docMk/>
            <pc:sldMk cId="631828014" sldId="270"/>
            <ac:spMk id="3" creationId="{00000000-0000-0000-0000-000000000000}"/>
          </ac:spMkLst>
        </pc:spChg>
      </pc:sldChg>
      <pc:sldChg chg="modSp add">
        <pc:chgData name="cagla celik" userId="S::ccelik@my.yearupunited.org::7b188b8e-7d7c-466a-bff8-d38aee0ad76d" providerId="AD" clId="Web-{B14773D7-E6A8-D03B-B021-E177D8FCE6E4}" dt="2026-04-30T04:08:19.822" v="142" actId="20577"/>
        <pc:sldMkLst>
          <pc:docMk/>
          <pc:sldMk cId="1233154207" sldId="271"/>
        </pc:sldMkLst>
        <pc:spChg chg="mod">
          <ac:chgData name="cagla celik" userId="S::ccelik@my.yearupunited.org::7b188b8e-7d7c-466a-bff8-d38aee0ad76d" providerId="AD" clId="Web-{B14773D7-E6A8-D03B-B021-E177D8FCE6E4}" dt="2026-04-30T04:08:19.822" v="142" actId="20577"/>
          <ac:spMkLst>
            <pc:docMk/>
            <pc:sldMk cId="1233154207" sldId="271"/>
            <ac:spMk id="3" creationId="{00000000-0000-0000-0000-000000000000}"/>
          </ac:spMkLst>
        </pc:spChg>
      </pc:sldChg>
    </pc:docChg>
  </pc:docChgLst>
  <pc:docChgLst>
    <pc:chgData name="cagla celik" userId="S::ccelik@my.yearupunited.org::7b188b8e-7d7c-466a-bff8-d38aee0ad76d" providerId="AD" clId="Web-{203C52F8-1FDA-826D-9BC2-87F496F5536A}"/>
    <pc:docChg chg="modSld">
      <pc:chgData name="cagla celik" userId="S::ccelik@my.yearupunited.org::7b188b8e-7d7c-466a-bff8-d38aee0ad76d" providerId="AD" clId="Web-{203C52F8-1FDA-826D-9BC2-87F496F5536A}" dt="2026-04-30T16:44:45.261" v="0" actId="20577"/>
      <pc:docMkLst>
        <pc:docMk/>
      </pc:docMkLst>
      <pc:sldChg chg="modSp">
        <pc:chgData name="cagla celik" userId="S::ccelik@my.yearupunited.org::7b188b8e-7d7c-466a-bff8-d38aee0ad76d" providerId="AD" clId="Web-{203C52F8-1FDA-826D-9BC2-87F496F5536A}" dt="2026-04-30T16:44:45.261" v="0" actId="20577"/>
        <pc:sldMkLst>
          <pc:docMk/>
          <pc:sldMk cId="1325269250" sldId="266"/>
        </pc:sldMkLst>
        <pc:spChg chg="mod">
          <ac:chgData name="cagla celik" userId="S::ccelik@my.yearupunited.org::7b188b8e-7d7c-466a-bff8-d38aee0ad76d" providerId="AD" clId="Web-{203C52F8-1FDA-826D-9BC2-87F496F5536A}" dt="2026-04-30T16:44:45.261" v="0" actId="20577"/>
          <ac:spMkLst>
            <pc:docMk/>
            <pc:sldMk cId="1325269250" sldId="266"/>
            <ac:spMk id="3" creationId="{00000000-0000-0000-0000-000000000000}"/>
          </ac:spMkLst>
        </pc:spChg>
      </pc:sldChg>
    </pc:docChg>
  </pc:docChgLst>
  <pc:docChgLst>
    <pc:chgData name="cagla celik" userId="S::ccelik@my.yearupunited.org::7b188b8e-7d7c-466a-bff8-d38aee0ad76d" providerId="AD" clId="Web-{EB5279E9-AFC0-75CB-2B70-25A30470148C}"/>
    <pc:docChg chg="addSld delSld modSld">
      <pc:chgData name="cagla celik" userId="S::ccelik@my.yearupunited.org::7b188b8e-7d7c-466a-bff8-d38aee0ad76d" providerId="AD" clId="Web-{EB5279E9-AFC0-75CB-2B70-25A30470148C}" dt="2026-04-30T16:23:03.780" v="144" actId="1076"/>
      <pc:docMkLst>
        <pc:docMk/>
      </pc:docMkLst>
      <pc:sldChg chg="addSp delSp modSp del">
        <pc:chgData name="cagla celik" userId="S::ccelik@my.yearupunited.org::7b188b8e-7d7c-466a-bff8-d38aee0ad76d" providerId="AD" clId="Web-{EB5279E9-AFC0-75CB-2B70-25A30470148C}" dt="2026-04-30T16:15:42.265" v="15"/>
        <pc:sldMkLst>
          <pc:docMk/>
          <pc:sldMk cId="0" sldId="260"/>
        </pc:sldMkLst>
        <pc:spChg chg="mod">
          <ac:chgData name="cagla celik" userId="S::ccelik@my.yearupunited.org::7b188b8e-7d7c-466a-bff8-d38aee0ad76d" providerId="AD" clId="Web-{EB5279E9-AFC0-75CB-2B70-25A30470148C}" dt="2026-04-30T16:09:30.922" v="1" actId="20577"/>
          <ac:spMkLst>
            <pc:docMk/>
            <pc:sldMk cId="0" sldId="260"/>
            <ac:spMk id="4" creationId="{00000000-0000-0000-0000-000000000000}"/>
          </ac:spMkLst>
        </pc:spChg>
        <pc:spChg chg="del">
          <ac:chgData name="cagla celik" userId="S::ccelik@my.yearupunited.org::7b188b8e-7d7c-466a-bff8-d38aee0ad76d" providerId="AD" clId="Web-{EB5279E9-AFC0-75CB-2B70-25A30470148C}" dt="2026-04-30T16:09:37.985" v="2"/>
          <ac:spMkLst>
            <pc:docMk/>
            <pc:sldMk cId="0" sldId="260"/>
            <ac:spMk id="6" creationId="{C3A6E355-A581-67BB-272A-64318AA8903F}"/>
          </ac:spMkLst>
        </pc:spChg>
        <pc:picChg chg="del">
          <ac:chgData name="cagla celik" userId="S::ccelik@my.yearupunited.org::7b188b8e-7d7c-466a-bff8-d38aee0ad76d" providerId="AD" clId="Web-{EB5279E9-AFC0-75CB-2B70-25A30470148C}" dt="2026-04-30T16:09:24.141" v="0"/>
          <ac:picMkLst>
            <pc:docMk/>
            <pc:sldMk cId="0" sldId="260"/>
            <ac:picMk id="5" creationId="{00000000-0000-0000-0000-000000000000}"/>
          </ac:picMkLst>
        </pc:picChg>
        <pc:picChg chg="add del mod">
          <ac:chgData name="cagla celik" userId="S::ccelik@my.yearupunited.org::7b188b8e-7d7c-466a-bff8-d38aee0ad76d" providerId="AD" clId="Web-{EB5279E9-AFC0-75CB-2B70-25A30470148C}" dt="2026-04-30T16:09:54.266" v="4"/>
          <ac:picMkLst>
            <pc:docMk/>
            <pc:sldMk cId="0" sldId="260"/>
            <ac:picMk id="9" creationId="{C617E0F3-3BD3-593E-C755-88AD49BD0046}"/>
          </ac:picMkLst>
        </pc:picChg>
        <pc:picChg chg="add mod">
          <ac:chgData name="cagla celik" userId="S::ccelik@my.yearupunited.org::7b188b8e-7d7c-466a-bff8-d38aee0ad76d" providerId="AD" clId="Web-{EB5279E9-AFC0-75CB-2B70-25A30470148C}" dt="2026-04-30T16:14:14.625" v="13"/>
          <ac:picMkLst>
            <pc:docMk/>
            <pc:sldMk cId="0" sldId="260"/>
            <ac:picMk id="10" creationId="{2D8CDE5B-139F-3A8C-5FCB-C8C2DFB93370}"/>
          </ac:picMkLst>
        </pc:picChg>
      </pc:sldChg>
      <pc:sldChg chg="addSp delSp modSp">
        <pc:chgData name="cagla celik" userId="S::ccelik@my.yearupunited.org::7b188b8e-7d7c-466a-bff8-d38aee0ad76d" providerId="AD" clId="Web-{EB5279E9-AFC0-75CB-2B70-25A30470148C}" dt="2026-04-30T16:23:03.780" v="144" actId="1076"/>
        <pc:sldMkLst>
          <pc:docMk/>
          <pc:sldMk cId="0" sldId="262"/>
        </pc:sldMkLst>
        <pc:spChg chg="mod">
          <ac:chgData name="cagla celik" userId="S::ccelik@my.yearupunited.org::7b188b8e-7d7c-466a-bff8-d38aee0ad76d" providerId="AD" clId="Web-{EB5279E9-AFC0-75CB-2B70-25A30470148C}" dt="2026-04-30T16:16:46.156" v="59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agla celik" userId="S::ccelik@my.yearupunited.org::7b188b8e-7d7c-466a-bff8-d38aee0ad76d" providerId="AD" clId="Web-{EB5279E9-AFC0-75CB-2B70-25A30470148C}" dt="2026-04-30T16:20:26.093" v="134" actId="107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cagla celik" userId="S::ccelik@my.yearupunited.org::7b188b8e-7d7c-466a-bff8-d38aee0ad76d" providerId="AD" clId="Web-{EB5279E9-AFC0-75CB-2B70-25A30470148C}" dt="2026-04-30T16:15:47.734" v="16"/>
          <ac:picMkLst>
            <pc:docMk/>
            <pc:sldMk cId="0" sldId="262"/>
            <ac:picMk id="5" creationId="{00000000-0000-0000-0000-000000000000}"/>
          </ac:picMkLst>
        </pc:picChg>
        <pc:picChg chg="add del mod">
          <ac:chgData name="cagla celik" userId="S::ccelik@my.yearupunited.org::7b188b8e-7d7c-466a-bff8-d38aee0ad76d" providerId="AD" clId="Web-{EB5279E9-AFC0-75CB-2B70-25A30470148C}" dt="2026-04-30T16:22:42.124" v="139"/>
          <ac:picMkLst>
            <pc:docMk/>
            <pc:sldMk cId="0" sldId="262"/>
            <ac:picMk id="6" creationId="{2F004399-E741-8278-9380-C953904411CC}"/>
          </ac:picMkLst>
        </pc:picChg>
        <pc:picChg chg="add mod">
          <ac:chgData name="cagla celik" userId="S::ccelik@my.yearupunited.org::7b188b8e-7d7c-466a-bff8-d38aee0ad76d" providerId="AD" clId="Web-{EB5279E9-AFC0-75CB-2B70-25A30470148C}" dt="2026-04-30T16:23:03.780" v="144" actId="1076"/>
          <ac:picMkLst>
            <pc:docMk/>
            <pc:sldMk cId="0" sldId="262"/>
            <ac:picMk id="7" creationId="{3E305FB7-C8BE-BC8F-2D81-724F50C27F83}"/>
          </ac:picMkLst>
        </pc:picChg>
      </pc:sldChg>
      <pc:sldChg chg="add">
        <pc:chgData name="cagla celik" userId="S::ccelik@my.yearupunited.org::7b188b8e-7d7c-466a-bff8-d38aee0ad76d" providerId="AD" clId="Web-{EB5279E9-AFC0-75CB-2B70-25A30470148C}" dt="2026-04-30T16:15:38.984" v="14"/>
        <pc:sldMkLst>
          <pc:docMk/>
          <pc:sldMk cId="132526925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354CF-E9B8-4197-9073-F6E8304C2E09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59B4A-D655-4575-8BAC-C56C0F38C2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9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1: Title
"Good [morning/afternoon], my name is [Name], and today I'll be walking you through a sales territory analysis for Jim Beam products using the Iowa Liquor Sales database."
Pause. Make eye contact. Smile. You have 5 minutes — own this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830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2926080" cy="384048"/>
          </a:xfrm>
          <a:prstGeom prst="roundRect">
            <a:avLst>
              <a:gd name="adj" fmla="val 23810"/>
            </a:avLst>
          </a:prstGeom>
          <a:solidFill>
            <a:srgbClr val="D4830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1A0A00"/>
                </a:solidFill>
                <a:latin typeface="Calibri"/>
                <a:ea typeface="Calibri"/>
                <a:cs typeface="Calibri"/>
              </a:rPr>
              <a:t>IOWA LIQUOR MARKET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Sales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Territory 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AAAAAA"/>
                </a:solidFill>
                <a:ea typeface="Calibri"/>
                <a:cs typeface="Calibri"/>
              </a:rPr>
              <a:t>Iowa Liquor Sales Database Analysis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4A1C0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F5E6C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83A0E-81E0-BAA1-E9D2-6501B7526D94}"/>
              </a:ext>
            </a:extLst>
          </p:cNvPr>
          <p:cNvSpPr txBox="1"/>
          <p:nvPr/>
        </p:nvSpPr>
        <p:spPr>
          <a:xfrm>
            <a:off x="457212" y="3611962"/>
            <a:ext cx="3269743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888888"/>
                </a:solidFill>
                <a:ea typeface="Calibri"/>
                <a:cs typeface="Calibri"/>
              </a:rPr>
              <a:t>Data Analyst – Jim Beam Brands Engagement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A4810-5235-9FF3-F773-276EF274B9F2}"/>
              </a:ext>
            </a:extLst>
          </p:cNvPr>
          <p:cNvSpPr txBox="1"/>
          <p:nvPr/>
        </p:nvSpPr>
        <p:spPr>
          <a:xfrm>
            <a:off x="274250" y="4846442"/>
            <a:ext cx="2107406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AAAAAA"/>
                </a:solidFill>
                <a:ea typeface="Calibri"/>
                <a:cs typeface="Calibri"/>
              </a:rPr>
              <a:t>Presented by Cagla Celik </a:t>
            </a:r>
            <a:endParaRPr lang="en-US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C81CBE6-C389-E612-6D3A-A7F7CC56DA80}"/>
              </a:ext>
            </a:extLst>
          </p:cNvPr>
          <p:cNvSpPr/>
          <p:nvPr/>
        </p:nvSpPr>
        <p:spPr>
          <a:xfrm>
            <a:off x="456213" y="2916212"/>
            <a:ext cx="6402444" cy="35655"/>
          </a:xfrm>
          <a:prstGeom prst="rect">
            <a:avLst/>
          </a:prstGeom>
          <a:solidFill>
            <a:srgbClr val="ED7D31"/>
          </a:solidFill>
          <a:ln w="12700">
            <a:solidFill>
              <a:srgbClr val="C9960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491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We're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035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4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5213" y="1970246"/>
            <a:ext cx="2560320" cy="100584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13" y="1913275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$31.5M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5213" y="2507207"/>
            <a:ext cx="2560320" cy="445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Total Revenue</a:t>
            </a:r>
          </a:p>
        </p:txBody>
      </p:sp>
      <p:sp>
        <p:nvSpPr>
          <p:cNvPr id="9" name="Shape 7"/>
          <p:cNvSpPr/>
          <p:nvPr/>
        </p:nvSpPr>
        <p:spPr>
          <a:xfrm>
            <a:off x="3110389" y="1973461"/>
            <a:ext cx="256032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4486" y="1912025"/>
            <a:ext cx="25603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$13.68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034487" y="2372010"/>
            <a:ext cx="2636222" cy="713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 Bottle Price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50029" y="1972211"/>
            <a:ext cx="256032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69662" y="1915239"/>
            <a:ext cx="25603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1,302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50029" y="2397550"/>
            <a:ext cx="2560320" cy="6600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Active Store</a:t>
            </a:r>
            <a:r>
              <a:rPr lang="en-US" sz="1100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0137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SUMMARY STATS  |  Database Snapshot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by the Numbers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1965960" cy="23774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08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$31.5M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Total Revenue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Iowa Market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65960" cy="23774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508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$13.68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Avg Bottle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Price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1965960" cy="23774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08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1,302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09160" y="2423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Active Store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Partners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371600"/>
            <a:ext cx="1965960" cy="2377440"/>
          </a:xfrm>
          <a:prstGeom prst="rect">
            <a:avLst/>
          </a:prstGeom>
          <a:solidFill>
            <a:srgbClr val="2A2A4A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0876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960C"/>
                </a:solidFill>
              </a:rPr>
              <a:t>#2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58000" y="24231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Category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Vendor Rank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88"/>
                </a:solidFill>
              </a:rPr>
              <a:t>Source: Iowa Liquor Sales Database </a:t>
            </a:r>
            <a:endParaRPr lang="en-US" sz="1000" dirty="0">
              <a:solidFill>
                <a:srgbClr val="66668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STRENGTH 1  |  Geographic Dominance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786" y="41008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Beam's Top 10 Counties by Revenue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-2722" t="8955" r="-9896" b="-5224"/>
          <a:stretch>
            <a:fillRect/>
          </a:stretch>
        </p:blipFill>
        <p:spPr>
          <a:xfrm>
            <a:off x="128540" y="915782"/>
            <a:ext cx="9377229" cy="4445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A7A4A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465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</a:rPr>
              <a:t>STRENGTH 2  |  Hero Products Drive Revenue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08942" y="43469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Highest-Grossing Jim Beam Products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l="261" t="5660" r="452"/>
          <a:stretch>
            <a:fillRect/>
          </a:stretch>
        </p:blipFill>
        <p:spPr>
          <a:xfrm>
            <a:off x="274323" y="938050"/>
            <a:ext cx="8436869" cy="38855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A7A4A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182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</a:rPr>
              <a:t>WEAKNESS  1  |  Geographic Dead Zones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786" y="50613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Beam's 5 Lowest-Performing Counties</a:t>
            </a:r>
            <a:endParaRPr lang="en-US" sz="22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 t="5368" b="-105"/>
          <a:stretch>
            <a:fillRect/>
          </a:stretch>
        </p:blipFill>
        <p:spPr>
          <a:xfrm>
            <a:off x="158224" y="983880"/>
            <a:ext cx="8528576" cy="383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C0392B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0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6E355-A581-67BB-272A-64318AA8903F}"/>
              </a:ext>
            </a:extLst>
          </p:cNvPr>
          <p:cNvSpPr/>
          <p:nvPr/>
        </p:nvSpPr>
        <p:spPr>
          <a:xfrm>
            <a:off x="8116260" y="2362840"/>
            <a:ext cx="566697" cy="1075764"/>
          </a:xfrm>
          <a:prstGeom prst="rect">
            <a:avLst/>
          </a:prstGeom>
          <a:solidFill>
            <a:srgbClr val="FC98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6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</a:rPr>
              <a:t>WEAKNESS 2  | Weak &amp; Inconsistent County Performan</a:t>
            </a:r>
            <a:r>
              <a:rPr lang="en-US" sz="1300" b="1">
                <a:solidFill>
                  <a:srgbClr val="FFFFFF"/>
                </a:solidFill>
              </a:rPr>
              <a:t>ce</a:t>
            </a:r>
            <a:endParaRPr lang="en-US" sz="13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86" y="506617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b="1">
                <a:solidFill>
                  <a:srgbClr val="1A1A2E"/>
                </a:solidFill>
                <a:latin typeface="Georgia"/>
                <a:ea typeface="+mn-lt"/>
                <a:cs typeface="+mn-lt"/>
              </a:rPr>
              <a:t>Monthly Revenue Trend: Fremont vs. Polk (2014)</a:t>
            </a: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465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E305FB7-C8BE-BC8F-2D81-724F50C27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12" y="897433"/>
            <a:ext cx="7553442" cy="41210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OPPORTUNITY 1  |  Underserved High-Population Counties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829" y="500289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County Population vs. Jim Beam Sales Activity</a:t>
            </a:r>
            <a:endParaRPr lang="en-US" sz="2200" dirty="0"/>
          </a:p>
        </p:txBody>
      </p:sp>
      <p:pic>
        <p:nvPicPr>
          <p:cNvPr id="5" name="Image 0" descr="/home/claude/q12.png"/>
          <p:cNvPicPr>
            <a:picLocks noChangeAspect="1"/>
          </p:cNvPicPr>
          <p:nvPr/>
        </p:nvPicPr>
        <p:blipFill>
          <a:blip r:embed="rId3"/>
          <a:srcRect l="266" t="5032" r="278"/>
          <a:stretch>
            <a:fillRect/>
          </a:stretch>
        </p:blipFill>
        <p:spPr>
          <a:xfrm>
            <a:off x="247166" y="1000085"/>
            <a:ext cx="8647879" cy="36478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>
              <a:solidFill>
                <a:srgbClr val="1B4F8A"/>
              </a:solidFill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465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100" dirty="0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OPPORTUNITY 2  |  Mid-Tier Price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704" y="520017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 Mid-Tier Product Revenue ($10–$20)</a:t>
            </a:r>
            <a:endParaRPr lang="en-US" sz="2200" dirty="0"/>
          </a:p>
        </p:txBody>
      </p:sp>
      <p:pic>
        <p:nvPicPr>
          <p:cNvPr id="5" name="Image 0" descr="/home/claude/q10.png"/>
          <p:cNvPicPr>
            <a:picLocks noChangeAspect="1"/>
          </p:cNvPicPr>
          <p:nvPr/>
        </p:nvPicPr>
        <p:blipFill>
          <a:blip r:embed="rId3"/>
          <a:srcRect t="5491"/>
          <a:stretch>
            <a:fillRect/>
          </a:stretch>
        </p:blipFill>
        <p:spPr>
          <a:xfrm>
            <a:off x="274128" y="1024270"/>
            <a:ext cx="8671623" cy="39130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THREAT 1  |  Competitor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0056" y="56196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Vendors in Jim Beam's Category by Revenue</a:t>
            </a:r>
            <a:endParaRPr lang="en-US" sz="2200" dirty="0"/>
          </a:p>
        </p:txBody>
      </p:sp>
      <p:pic>
        <p:nvPicPr>
          <p:cNvPr id="5" name="Image 0" descr="/home/claude/q7.png"/>
          <p:cNvPicPr>
            <a:picLocks noChangeAspect="1"/>
          </p:cNvPicPr>
          <p:nvPr/>
        </p:nvPicPr>
        <p:blipFill>
          <a:blip r:embed="rId3"/>
          <a:srcRect t="5176" r="82"/>
          <a:stretch>
            <a:fillRect/>
          </a:stretch>
        </p:blipFill>
        <p:spPr>
          <a:xfrm>
            <a:off x="130053" y="1065419"/>
            <a:ext cx="8740207" cy="389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FFFFFF"/>
                </a:solidFill>
              </a:rPr>
              <a:t>THREAT 2  |  Market Share Reality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786" y="41683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Jim Beam's Share of Its Own Category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94960" y="1234440"/>
            <a:ext cx="34747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40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0" y="2514600"/>
            <a:ext cx="3291840" cy="2103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40000"/>
              </a:lnSpc>
              <a:buNone/>
            </a:pPr>
            <a:endParaRPr lang="en-US" sz="12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pic>
        <p:nvPicPr>
          <p:cNvPr id="11" name="Picture 10" descr="A pie chart with a red triangle&#10;&#10;AI-generated content may be incorrect.">
            <a:extLst>
              <a:ext uri="{FF2B5EF4-FFF2-40B4-BE49-F238E27FC236}">
                <a16:creationId xmlns:a16="http://schemas.microsoft.com/office/drawing/2014/main" id="{E2E72755-2A61-6563-A068-9A3490A64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86" t="4405" r="343" b="771"/>
          <a:stretch>
            <a:fillRect/>
          </a:stretch>
        </p:blipFill>
        <p:spPr>
          <a:xfrm>
            <a:off x="370486" y="922478"/>
            <a:ext cx="8318047" cy="4052998"/>
          </a:xfrm>
          <a:prstGeom prst="rect">
            <a:avLst/>
          </a:prstGeom>
          <a:ln>
            <a:solidFill>
              <a:srgbClr val="4472C4"/>
            </a:solidFill>
          </a:ln>
        </p:spPr>
      </p:pic>
      <p:pic>
        <p:nvPicPr>
          <p:cNvPr id="5" name="Picture 4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5EF3D7E5-2C58-ED42-B50F-574391429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275" y="1233796"/>
            <a:ext cx="2532006" cy="895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E3ABED-7732-5F03-6BCF-20AE914500CA}"/>
              </a:ext>
            </a:extLst>
          </p:cNvPr>
          <p:cNvSpPr/>
          <p:nvPr/>
        </p:nvSpPr>
        <p:spPr>
          <a:xfrm>
            <a:off x="6881576" y="2560313"/>
            <a:ext cx="1804181" cy="892391"/>
          </a:xfrm>
          <a:prstGeom prst="rect">
            <a:avLst/>
          </a:prstGeom>
          <a:solidFill>
            <a:srgbClr val="C037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Jim Beam</a:t>
            </a:r>
            <a:br>
              <a:rPr lang="en-US" dirty="0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>     Competitors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03B9D6-D1A4-F636-F8CA-9620820C1180}"/>
              </a:ext>
            </a:extLst>
          </p:cNvPr>
          <p:cNvSpPr/>
          <p:nvPr/>
        </p:nvSpPr>
        <p:spPr>
          <a:xfrm>
            <a:off x="7048927" y="3074575"/>
            <a:ext cx="160734" cy="151804"/>
          </a:xfrm>
          <a:prstGeom prst="rect">
            <a:avLst/>
          </a:prstGeom>
          <a:solidFill>
            <a:srgbClr val="80341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B02B8-C483-6FBC-F0F5-2D42DD0C7039}"/>
              </a:ext>
            </a:extLst>
          </p:cNvPr>
          <p:cNvSpPr/>
          <p:nvPr/>
        </p:nvSpPr>
        <p:spPr>
          <a:xfrm>
            <a:off x="7048926" y="2799103"/>
            <a:ext cx="160734" cy="151804"/>
          </a:xfrm>
          <a:prstGeom prst="rect">
            <a:avLst/>
          </a:prstGeom>
          <a:solidFill>
            <a:srgbClr val="C0161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5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Recommendation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86968"/>
            <a:ext cx="8412480" cy="713232"/>
          </a:xfrm>
          <a:prstGeom prst="rect">
            <a:avLst/>
          </a:prstGeom>
          <a:solidFill>
            <a:srgbClr val="2222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92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D98B"/>
                </a:solidFill>
              </a:rPr>
              <a:t>💪 STRENGTH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95097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Polk County dominance + hero SKUs (Jim Beam 750mL) anchor $31.5M in revenue. Portfolio spans multiple tiers.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8412480" cy="713232"/>
          </a:xfrm>
          <a:prstGeom prst="rect">
            <a:avLst/>
          </a:prstGeom>
          <a:solidFill>
            <a:srgbClr val="22224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379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D98B"/>
                </a:solidFill>
              </a:rPr>
              <a:t>⚠️ WEAKNESS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819656"/>
            <a:ext cx="649224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50">
                <a:solidFill>
                  <a:srgbClr val="FFFFFF"/>
                </a:solidFill>
              </a:rPr>
              <a:t>Fremont County: $1,917. Store 4994: $17. Revenue concentrated in few locations. F</a:t>
            </a:r>
            <a:r>
              <a:rPr lang="en-US" sz="1250" dirty="0">
                <a:solidFill>
                  <a:srgbClr val="FFFFFF"/>
                </a:solidFill>
              </a:rPr>
              <a:t>ragile if partners change.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624328"/>
            <a:ext cx="8412480" cy="713232"/>
          </a:xfrm>
          <a:prstGeom prst="rect">
            <a:avLst/>
          </a:prstGeom>
          <a:solidFill>
            <a:srgbClr val="22224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D98B"/>
                </a:solidFill>
              </a:rPr>
              <a:t>🌱 OPPORTUNITY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68833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Dallas &amp; Pottawattamie counties are underserved vs. population. Flavored SKUs (Honey, Maple) primed for promotion.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713232"/>
          </a:xfrm>
          <a:prstGeom prst="rect">
            <a:avLst/>
          </a:prstGeom>
          <a:solidFill>
            <a:srgbClr val="22224A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753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D98B"/>
                </a:solidFill>
              </a:rPr>
              <a:t>🔴 THREAT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355701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Diageo generates $80M in Jim Beam's own category. Jim Beam holds just 9% market share.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C9960C"/>
          </a:solidFill>
          <a:ln w="12700">
            <a:solidFill>
              <a:srgbClr val="C996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3 Strategic Moves: </a:t>
            </a:r>
            <a:r>
              <a:rPr lang="en-US" sz="1200" dirty="0">
                <a:solidFill>
                  <a:srgbClr val="1A1A2E"/>
                </a:solidFill>
              </a:rPr>
              <a:t>① Activate underserved counties  ·  ② Promote flavored SKUs in mid-tier bracket  ·  ③ Track Diageo's expansion closely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Jim Beam SWOT Analysis – 10 Min</dc:title>
  <dc:subject>PptxGenJS Presentation</dc:subject>
  <dc:creator>PptxGenJS</dc:creator>
  <cp:lastModifiedBy>PptxGenJS</cp:lastModifiedBy>
  <cp:revision>148</cp:revision>
  <dcterms:created xsi:type="dcterms:W3CDTF">2026-04-30T00:23:55Z</dcterms:created>
  <dcterms:modified xsi:type="dcterms:W3CDTF">2026-04-30T16:44:55Z</dcterms:modified>
</cp:coreProperties>
</file>